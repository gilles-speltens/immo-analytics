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29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F5BE79-65B5-1DCA-6683-32EB2CFA4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EA6C7C7-DD06-D139-1B14-E70BA91BA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E11B3F-659F-6DEA-0311-A113EBE12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B0-F68A-4F83-8E2A-D66303DFDC64}" type="datetimeFigureOut">
              <a:rPr lang="fr-BE" smtClean="0"/>
              <a:t>13-05-26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EE7B45-A361-B081-4368-0D0125A81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8B862F-8B08-5063-BEF4-FF4C5B64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83AA-D720-4322-A59B-FA246EE8739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5841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7E359E-C326-2C7C-4D64-4A41A4E56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93E193-8189-600F-0B80-CF61F9E0B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8559C7-FC88-E556-A4B6-7E3202F13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B0-F68A-4F83-8E2A-D66303DFDC64}" type="datetimeFigureOut">
              <a:rPr lang="fr-BE" smtClean="0"/>
              <a:t>13-05-26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8E47D9-B248-A424-ABE7-D84481D2E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CE1839-A219-BF33-2A34-8F74EEAF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83AA-D720-4322-A59B-FA246EE8739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4165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F73CC0-BA8E-9C8F-868A-F5EE06BF1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E33F3B-6A28-8E6A-C06C-820EFC39A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FEB59C-81C6-4EFE-405B-E53F36FE6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B0-F68A-4F83-8E2A-D66303DFDC64}" type="datetimeFigureOut">
              <a:rPr lang="fr-BE" smtClean="0"/>
              <a:t>13-05-26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9A29BE-771A-F6F6-29BA-BCABF4760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285E6A-F1C9-8BD7-5AC4-F71DCC180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83AA-D720-4322-A59B-FA246EE8739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21035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A4AEB8-2DA4-1EBF-2AC9-C78FF945F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E208E1-C6D7-3AED-A90F-E57210A69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6708B6F-5C90-BE24-B8DD-440995FC3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A93F9BA-E98D-9081-BFB8-4929FAF8B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B0-F68A-4F83-8E2A-D66303DFDC64}" type="datetimeFigureOut">
              <a:rPr lang="fr-BE" smtClean="0"/>
              <a:t>13-05-26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D53344-4B0C-242F-1164-7FC9FE16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C09131-480E-5480-0BA8-3D3D671A7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83AA-D720-4322-A59B-FA246EE8739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28421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DE144F-EA17-4D80-D295-0B6FC41AE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3F308C-4B4A-613E-CA74-A5BBDD49F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D91EA69-C8AD-9CC9-2B94-1D2C8631D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95DEDDD-A848-E642-39E6-E4446DC32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FA34724-CD27-68BD-5D7A-32DD4AAF7F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9304E7B-7960-8B6A-4F39-30F83ECEE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B0-F68A-4F83-8E2A-D66303DFDC64}" type="datetimeFigureOut">
              <a:rPr lang="fr-BE" smtClean="0"/>
              <a:t>13-05-26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78688BF-B2C2-A66D-A8A3-B9ADF3AC3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4785208-137F-4C79-92D0-933D24028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83AA-D720-4322-A59B-FA246EE8739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78149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C5B856-E254-E503-E015-F0B64B63B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AA19D9C-9F87-43CF-7096-B527A10A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B0-F68A-4F83-8E2A-D66303DFDC64}" type="datetimeFigureOut">
              <a:rPr lang="fr-BE" smtClean="0"/>
              <a:t>13-05-26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268B6DC-B690-6810-370A-96752FBFF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36F18E-448D-A6E6-DAD4-76979710F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83AA-D720-4322-A59B-FA246EE8739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12047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17E2C59-53A5-B992-A48C-D78801FDD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B0-F68A-4F83-8E2A-D66303DFDC64}" type="datetimeFigureOut">
              <a:rPr lang="fr-BE" smtClean="0"/>
              <a:t>13-05-26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4A05636-9CDD-6B32-3F6F-6A5566EB2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09E646-FAF9-D8C2-D6B2-2F1F095AA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83AA-D720-4322-A59B-FA246EE8739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72995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0E26EF-FDCF-F8A6-A066-6FB6C6263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611215-8289-48A5-21CA-E401EC911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6A3AF17-0609-F154-CE4A-3849D4C47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E69B830-AF0A-AAC0-55DC-A764579F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B0-F68A-4F83-8E2A-D66303DFDC64}" type="datetimeFigureOut">
              <a:rPr lang="fr-BE" smtClean="0"/>
              <a:t>13-05-26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5F5AE81-5156-F711-7393-847E11D8E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7F93DE-9013-A327-CB94-FFBE268F1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83AA-D720-4322-A59B-FA246EE8739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8964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ABC745-3773-66CB-FD6D-0E311D6FC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B0F46BC-B448-C496-44A4-C6E3482EDF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DCC597D-46BA-B2A4-FBFB-B4880D5A0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6D0242-EC8A-9F50-72E8-FA4DE75FB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B0-F68A-4F83-8E2A-D66303DFDC64}" type="datetimeFigureOut">
              <a:rPr lang="fr-BE" smtClean="0"/>
              <a:t>13-05-26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93C3C4-DB92-5D93-63E3-704AA5252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EB68BF-5522-D483-EBFD-057959434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83AA-D720-4322-A59B-FA246EE8739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61484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999BD0-0F68-4A1B-739E-7BB721D3A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9D1C783-81D3-312A-EABD-A0858DD0C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649A40-E3A1-2133-4D3D-AB2AC6E16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B0-F68A-4F83-8E2A-D66303DFDC64}" type="datetimeFigureOut">
              <a:rPr lang="fr-BE" smtClean="0"/>
              <a:t>13-05-26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C4ED35-C7A0-691A-0E5E-D1E4F8205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7B6C92-4A10-2693-2B15-2E5A7506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83AA-D720-4322-A59B-FA246EE8739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90352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6D73351-4E13-7459-2CEB-807DD8B07A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159F9D5-5956-CF8F-042E-53C99C685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711111-D613-D979-D497-C21C2EAE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AEB0-F68A-4F83-8E2A-D66303DFDC64}" type="datetimeFigureOut">
              <a:rPr lang="fr-BE" smtClean="0"/>
              <a:t>13-05-26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011553-5A0F-3EEF-D4F0-2B2D47A41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6878EA-A93E-D316-0B42-71F336778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83AA-D720-4322-A59B-FA246EE8739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54604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3DD27D9-75DF-E296-B766-B625E2D1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19EBBC-BB3E-74D3-C62F-A7F6D5486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0CDF43-C3AA-3ED0-51D1-072AB3DAB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DFAEB0-F68A-4F83-8E2A-D66303DFDC64}" type="datetimeFigureOut">
              <a:rPr lang="fr-BE" smtClean="0"/>
              <a:t>13-05-26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8CED93-070E-A4EA-519C-D1748AA245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064AAB-6FB9-6183-4A9F-92F9B2ED5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D83AA-D720-4322-A59B-FA246EE8739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09957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5005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998E74-17D6-B58A-4C9D-7CF29345B7B8}"/>
              </a:ext>
            </a:extLst>
          </p:cNvPr>
          <p:cNvSpPr/>
          <p:nvPr/>
        </p:nvSpPr>
        <p:spPr>
          <a:xfrm>
            <a:off x="3109888" y="1153391"/>
            <a:ext cx="4707229" cy="463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/>
              <a:t>VM2U</a:t>
            </a:r>
            <a:endParaRPr lang="fr-B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FB054-279A-BA94-CB84-6E9476CAE7C4}"/>
              </a:ext>
            </a:extLst>
          </p:cNvPr>
          <p:cNvSpPr/>
          <p:nvPr/>
        </p:nvSpPr>
        <p:spPr>
          <a:xfrm>
            <a:off x="3108792" y="1660739"/>
            <a:ext cx="4707230" cy="46364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/>
              <a:t>Nginx (mode proxy)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7CDD49-F014-55ED-CA49-B887B752369D}"/>
              </a:ext>
            </a:extLst>
          </p:cNvPr>
          <p:cNvSpPr/>
          <p:nvPr/>
        </p:nvSpPr>
        <p:spPr>
          <a:xfrm>
            <a:off x="3108792" y="276897"/>
            <a:ext cx="4707230" cy="463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 err="1"/>
              <a:t>Haproxy</a:t>
            </a:r>
            <a:r>
              <a:rPr lang="fr-BE" sz="1600" dirty="0"/>
              <a:t> (Proxy public)</a:t>
            </a:r>
          </a:p>
        </p:txBody>
      </p:sp>
      <p:cxnSp>
        <p:nvCxnSpPr>
          <p:cNvPr id="10" name="Connecteur : en angle 9">
            <a:extLst>
              <a:ext uri="{FF2B5EF4-FFF2-40B4-BE49-F238E27FC236}">
                <a16:creationId xmlns:a16="http://schemas.microsoft.com/office/drawing/2014/main" id="{AD17E0D5-BF4B-2E4D-9CE7-2DCA4037BC86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rot="5400000">
            <a:off x="3697296" y="1274708"/>
            <a:ext cx="915440" cy="261478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0C18E0B3-16BC-C159-E0FB-26D07896E389}"/>
              </a:ext>
            </a:extLst>
          </p:cNvPr>
          <p:cNvGrpSpPr/>
          <p:nvPr/>
        </p:nvGrpSpPr>
        <p:grpSpPr>
          <a:xfrm>
            <a:off x="544415" y="3039819"/>
            <a:ext cx="4606420" cy="1754467"/>
            <a:chOff x="611744" y="3413463"/>
            <a:chExt cx="4606420" cy="175446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3DAA4F-0998-3210-8B6B-DD2984B70D0C}"/>
                </a:ext>
              </a:extLst>
            </p:cNvPr>
            <p:cNvSpPr/>
            <p:nvPr/>
          </p:nvSpPr>
          <p:spPr>
            <a:xfrm>
              <a:off x="611744" y="3413463"/>
              <a:ext cx="4606419" cy="379365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dirty="0" err="1"/>
                <a:t>Analytic</a:t>
              </a:r>
              <a:r>
                <a:rPr lang="fr-BE" dirty="0"/>
                <a:t>-api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F4B0BC4-55F4-E35C-3E72-478FE5550EB8}"/>
                </a:ext>
              </a:extLst>
            </p:cNvPr>
            <p:cNvSpPr/>
            <p:nvPr/>
          </p:nvSpPr>
          <p:spPr>
            <a:xfrm>
              <a:off x="611744" y="3792828"/>
              <a:ext cx="4606420" cy="137510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fr-BE" sz="1000" dirty="0"/>
                <a:t>Kestrel: http://localhost:5005</a:t>
              </a:r>
              <a:br>
                <a:rPr lang="fr-BE" sz="1000" dirty="0"/>
              </a:br>
              <a:r>
                <a:rPr lang="fr-BE" sz="1000" dirty="0"/>
                <a:t>Directory : /data/www-analytic-api.webulous.be/html</a:t>
              </a:r>
              <a:br>
                <a:rPr lang="fr-BE" sz="1000" dirty="0"/>
              </a:br>
              <a:r>
                <a:rPr lang="fr-BE" sz="1000" dirty="0"/>
                <a:t>Command : 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000" dirty="0"/>
                <a:t>cd /</a:t>
              </a:r>
              <a:r>
                <a:rPr lang="de-DE" sz="1000" dirty="0" err="1"/>
                <a:t>data</a:t>
              </a:r>
              <a:r>
                <a:rPr lang="de-DE" sz="1000" dirty="0"/>
                <a:t>/www-analytic-api.webulous.be/</a:t>
              </a:r>
              <a:r>
                <a:rPr lang="de-DE" sz="1000" dirty="0" err="1"/>
                <a:t>html</a:t>
              </a:r>
              <a:r>
                <a:rPr lang="de-DE" sz="1000" dirty="0"/>
                <a:t>/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000" dirty="0"/>
                <a:t>/</a:t>
              </a:r>
              <a:r>
                <a:rPr lang="de-DE" sz="1000" dirty="0" err="1"/>
                <a:t>usr</a:t>
              </a:r>
              <a:r>
                <a:rPr lang="de-DE" sz="1000" dirty="0"/>
                <a:t>/bin/</a:t>
              </a:r>
              <a:r>
                <a:rPr lang="de-DE" sz="1000" dirty="0" err="1"/>
                <a:t>dotnet</a:t>
              </a:r>
              <a:r>
                <a:rPr lang="de-DE" sz="1000" dirty="0"/>
                <a:t> /</a:t>
              </a:r>
              <a:r>
                <a:rPr lang="de-DE" sz="1000" dirty="0" err="1"/>
                <a:t>data</a:t>
              </a:r>
              <a:r>
                <a:rPr lang="de-DE" sz="1000" dirty="0"/>
                <a:t>/www-analytic-api.webulous.be/</a:t>
              </a:r>
              <a:r>
                <a:rPr lang="de-DE" sz="1000" dirty="0" err="1"/>
                <a:t>html</a:t>
              </a:r>
              <a:r>
                <a:rPr lang="de-DE" sz="1000" dirty="0"/>
                <a:t>/Tracking_API.dll --</a:t>
              </a:r>
              <a:r>
                <a:rPr lang="de-DE" sz="1000" dirty="0" err="1"/>
                <a:t>urls</a:t>
              </a:r>
              <a:r>
                <a:rPr lang="de-DE" sz="1000" dirty="0"/>
                <a:t> </a:t>
              </a:r>
              <a:r>
                <a:rPr lang="de-DE" sz="1000" dirty="0">
                  <a:hlinkClick r:id="rId2"/>
                </a:rPr>
                <a:t>http://localhost:5005</a:t>
              </a:r>
              <a:endParaRPr lang="de-DE" sz="1000" dirty="0"/>
            </a:p>
            <a:p>
              <a:endParaRPr lang="fr-BE" sz="1000" dirty="0"/>
            </a:p>
            <a:p>
              <a:r>
                <a:rPr lang="fr-BE" sz="1000" dirty="0"/>
                <a:t>Script : </a:t>
              </a:r>
              <a:r>
                <a:rPr lang="fr-BE" sz="1000" dirty="0" err="1"/>
                <a:t>systemctl</a:t>
              </a:r>
              <a:r>
                <a:rPr lang="fr-BE" sz="1000" dirty="0"/>
                <a:t> start </a:t>
              </a:r>
              <a:r>
                <a:rPr lang="fr-BE" sz="1000" dirty="0" err="1"/>
                <a:t>webulous-analytic-api.service</a:t>
              </a:r>
              <a:endParaRPr lang="fr-BE" sz="1000" dirty="0"/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D22E5ED9-70BA-A93A-CFBA-8B34D52B4698}"/>
              </a:ext>
            </a:extLst>
          </p:cNvPr>
          <p:cNvGrpSpPr/>
          <p:nvPr/>
        </p:nvGrpSpPr>
        <p:grpSpPr>
          <a:xfrm>
            <a:off x="5512812" y="3039819"/>
            <a:ext cx="4606420" cy="1754467"/>
            <a:chOff x="611744" y="3413463"/>
            <a:chExt cx="4606420" cy="175446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750F673-3DAC-B983-38BE-B5DC5FDD6349}"/>
                </a:ext>
              </a:extLst>
            </p:cNvPr>
            <p:cNvSpPr/>
            <p:nvPr/>
          </p:nvSpPr>
          <p:spPr>
            <a:xfrm>
              <a:off x="611744" y="3413463"/>
              <a:ext cx="4606419" cy="379365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600" dirty="0"/>
                <a:t>Analytic-management-api</a:t>
              </a:r>
              <a:endParaRPr lang="fr-BE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F75A1E-0C66-AB17-6A51-2DEB0CF154ED}"/>
                </a:ext>
              </a:extLst>
            </p:cNvPr>
            <p:cNvSpPr/>
            <p:nvPr/>
          </p:nvSpPr>
          <p:spPr>
            <a:xfrm>
              <a:off x="611744" y="3792828"/>
              <a:ext cx="4606420" cy="137510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BE" sz="1000" dirty="0"/>
                <a:t>Kestrel: http://localhost:5006</a:t>
              </a:r>
              <a:br>
                <a:rPr lang="fr-BE" sz="1000" dirty="0"/>
              </a:br>
              <a:r>
                <a:rPr lang="fr-BE" sz="1000" dirty="0"/>
                <a:t>Directory : /data/www-analytic-api.webulous.be/html</a:t>
              </a:r>
              <a:br>
                <a:rPr lang="fr-BE" sz="1000" dirty="0"/>
              </a:br>
              <a:r>
                <a:rPr lang="fr-BE" sz="1000" dirty="0"/>
                <a:t>Command :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BE" sz="1000" dirty="0"/>
                <a:t>cd </a:t>
              </a:r>
              <a:r>
                <a:rPr lang="de-DE" sz="1000" dirty="0"/>
                <a:t> /</a:t>
              </a:r>
              <a:r>
                <a:rPr lang="de-DE" sz="1000" dirty="0" err="1"/>
                <a:t>data</a:t>
              </a:r>
              <a:r>
                <a:rPr lang="de-DE" sz="1000" dirty="0"/>
                <a:t>/www-analytic-management.webulous.be/</a:t>
              </a:r>
              <a:r>
                <a:rPr lang="de-DE" sz="1000" dirty="0" err="1"/>
                <a:t>html</a:t>
              </a:r>
              <a:r>
                <a:rPr lang="de-DE" sz="1000" dirty="0"/>
                <a:t>/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000" dirty="0"/>
                <a:t>/</a:t>
              </a:r>
              <a:r>
                <a:rPr lang="de-DE" sz="1000" dirty="0" err="1"/>
                <a:t>usr</a:t>
              </a:r>
              <a:r>
                <a:rPr lang="de-DE" sz="1000" dirty="0"/>
                <a:t>/bin/</a:t>
              </a:r>
              <a:r>
                <a:rPr lang="de-DE" sz="1000" dirty="0" err="1"/>
                <a:t>dotnet</a:t>
              </a:r>
              <a:r>
                <a:rPr lang="de-DE" sz="1000" dirty="0"/>
                <a:t> /</a:t>
              </a:r>
              <a:r>
                <a:rPr lang="de-DE" sz="1000" dirty="0" err="1"/>
                <a:t>data</a:t>
              </a:r>
              <a:r>
                <a:rPr lang="de-DE" sz="1000" dirty="0"/>
                <a:t>/www-analytic-management.webulous.be/</a:t>
              </a:r>
              <a:r>
                <a:rPr lang="de-DE" sz="1000" dirty="0" err="1"/>
                <a:t>html</a:t>
              </a:r>
              <a:r>
                <a:rPr lang="de-DE" sz="1000" dirty="0"/>
                <a:t>/Interface_Gestion_API.dll --</a:t>
              </a:r>
              <a:r>
                <a:rPr lang="de-DE" sz="1000" dirty="0" err="1"/>
                <a:t>urls</a:t>
              </a:r>
              <a:r>
                <a:rPr lang="de-DE" sz="1000" dirty="0"/>
                <a:t> http://localhost:5006</a:t>
              </a:r>
              <a:endParaRPr lang="fr-BE" sz="1000" dirty="0"/>
            </a:p>
          </p:txBody>
        </p:sp>
      </p:grp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29D63B35-FC99-569C-6A97-0D96FFD27253}"/>
              </a:ext>
            </a:extLst>
          </p:cNvPr>
          <p:cNvCxnSpPr>
            <a:cxnSpLocks/>
            <a:stCxn id="5" idx="2"/>
            <a:endCxn id="20" idx="0"/>
          </p:cNvCxnSpPr>
          <p:nvPr/>
        </p:nvCxnSpPr>
        <p:spPr>
          <a:xfrm rot="16200000" flipH="1">
            <a:off x="6181494" y="1405291"/>
            <a:ext cx="915440" cy="23536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 : en angle 24">
            <a:extLst>
              <a:ext uri="{FF2B5EF4-FFF2-40B4-BE49-F238E27FC236}">
                <a16:creationId xmlns:a16="http://schemas.microsoft.com/office/drawing/2014/main" id="{14939419-A751-9F2E-0141-803C8BA3C8F2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 rot="16200000" flipH="1">
            <a:off x="5256528" y="946416"/>
            <a:ext cx="412854" cy="10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924E0DD6-FE92-77B3-8949-B618A9B5A646}"/>
              </a:ext>
            </a:extLst>
          </p:cNvPr>
          <p:cNvSpPr txBox="1"/>
          <p:nvPr/>
        </p:nvSpPr>
        <p:spPr>
          <a:xfrm>
            <a:off x="4987193" y="805550"/>
            <a:ext cx="1051239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BE" sz="1000" dirty="0"/>
              <a:t>Port 80 (http)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C2CB1B8-40BE-1D80-F655-2EB661D4E748}"/>
              </a:ext>
            </a:extLst>
          </p:cNvPr>
          <p:cNvSpPr txBox="1"/>
          <p:nvPr/>
        </p:nvSpPr>
        <p:spPr>
          <a:xfrm>
            <a:off x="7219571" y="2662807"/>
            <a:ext cx="1370637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BE" sz="1000" dirty="0"/>
              <a:t>Port 5006 (http)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33D7EBE-E25F-1146-27D9-750244FE90AC}"/>
              </a:ext>
            </a:extLst>
          </p:cNvPr>
          <p:cNvSpPr txBox="1"/>
          <p:nvPr/>
        </p:nvSpPr>
        <p:spPr>
          <a:xfrm>
            <a:off x="2241067" y="2631727"/>
            <a:ext cx="1370637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BE" sz="1000" dirty="0"/>
              <a:t>Port 5005 (http)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C2E7B158-A84E-357A-24BC-0932DE0364E6}"/>
              </a:ext>
            </a:extLst>
          </p:cNvPr>
          <p:cNvGrpSpPr/>
          <p:nvPr/>
        </p:nvGrpSpPr>
        <p:grpSpPr>
          <a:xfrm>
            <a:off x="544415" y="4941728"/>
            <a:ext cx="4606420" cy="1754467"/>
            <a:chOff x="611744" y="3413463"/>
            <a:chExt cx="4606420" cy="175446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1BEA203-C465-C613-3CEE-0F89CD926957}"/>
                </a:ext>
              </a:extLst>
            </p:cNvPr>
            <p:cNvSpPr/>
            <p:nvPr/>
          </p:nvSpPr>
          <p:spPr>
            <a:xfrm>
              <a:off x="611744" y="3413463"/>
              <a:ext cx="4606419" cy="379365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1600" dirty="0" err="1"/>
                <a:t>Analytic-parser</a:t>
              </a:r>
              <a:endParaRPr lang="fr-BE" sz="1600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D181DBC-760A-9FA9-75B0-C09B8B7AA71A}"/>
                </a:ext>
              </a:extLst>
            </p:cNvPr>
            <p:cNvSpPr/>
            <p:nvPr/>
          </p:nvSpPr>
          <p:spPr>
            <a:xfrm>
              <a:off x="611744" y="3792828"/>
              <a:ext cx="4606420" cy="1375102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fr-BE" sz="1000" dirty="0"/>
                <a:t>Console application (start by </a:t>
              </a:r>
              <a:r>
                <a:rPr lang="fr-BE" sz="1000" dirty="0" err="1"/>
                <a:t>crond</a:t>
              </a:r>
              <a:r>
                <a:rPr lang="fr-BE" sz="1000" dirty="0"/>
                <a:t>)</a:t>
              </a:r>
              <a:br>
                <a:rPr lang="fr-BE" sz="1000" dirty="0"/>
              </a:br>
              <a:r>
                <a:rPr lang="fr-BE" sz="1000" dirty="0"/>
                <a:t>Directory : /data/</a:t>
              </a:r>
              <a:r>
                <a:rPr lang="fr-BE" sz="1000" dirty="0" err="1"/>
                <a:t>analytic-parser</a:t>
              </a:r>
              <a:r>
                <a:rPr lang="fr-BE" sz="1000" dirty="0"/>
                <a:t>/</a:t>
              </a:r>
              <a:r>
                <a:rPr lang="fr-BE" sz="1000" dirty="0" err="1"/>
                <a:t>messageparser</a:t>
              </a:r>
              <a:r>
                <a:rPr lang="fr-BE" sz="1000" dirty="0"/>
                <a:t>/</a:t>
              </a:r>
              <a:br>
                <a:rPr lang="fr-BE" sz="1000" dirty="0"/>
              </a:br>
              <a:r>
                <a:rPr lang="fr-BE" sz="1000" dirty="0"/>
                <a:t>Command : 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BE" sz="1000" dirty="0"/>
                <a:t>cd /data/</a:t>
              </a:r>
              <a:r>
                <a:rPr lang="fr-BE" sz="1000" dirty="0" err="1"/>
                <a:t>analytic-parser</a:t>
              </a:r>
              <a:r>
                <a:rPr lang="fr-BE" sz="1000" dirty="0"/>
                <a:t>/</a:t>
              </a:r>
              <a:r>
                <a:rPr lang="fr-BE" sz="1000" dirty="0" err="1"/>
                <a:t>messageparser</a:t>
              </a:r>
              <a:r>
                <a:rPr lang="fr-BE" sz="1000" dirty="0"/>
                <a:t>/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BE" sz="1000" dirty="0"/>
                <a:t>/</a:t>
              </a:r>
              <a:r>
                <a:rPr lang="fr-BE" sz="1000" dirty="0" err="1"/>
                <a:t>usr</a:t>
              </a:r>
              <a:r>
                <a:rPr lang="fr-BE" sz="1000" dirty="0"/>
                <a:t>/bin/</a:t>
              </a:r>
              <a:r>
                <a:rPr lang="fr-BE" sz="1000" dirty="0" err="1"/>
                <a:t>dotnet</a:t>
              </a:r>
              <a:r>
                <a:rPr lang="fr-BE" sz="1000" dirty="0"/>
                <a:t> /data/</a:t>
              </a:r>
              <a:r>
                <a:rPr lang="fr-BE" sz="1000" dirty="0" err="1"/>
                <a:t>analytic-parser</a:t>
              </a:r>
              <a:r>
                <a:rPr lang="fr-BE" sz="1000" dirty="0"/>
                <a:t>/</a:t>
              </a:r>
              <a:r>
                <a:rPr lang="fr-BE" sz="1000" dirty="0" err="1"/>
                <a:t>messageparser</a:t>
              </a:r>
              <a:r>
                <a:rPr lang="fr-BE" sz="1000" dirty="0"/>
                <a:t>/Message_Parser.dll</a:t>
              </a:r>
            </a:p>
            <a:p>
              <a:r>
                <a:rPr lang="fr-BE" sz="1000" dirty="0"/>
                <a:t>Script : /data/scripts/startApplicationAnalyticParser.sh</a:t>
              </a:r>
            </a:p>
            <a:p>
              <a:r>
                <a:rPr lang="fr-BE" sz="1000" dirty="0" err="1"/>
                <a:t>Deployment</a:t>
              </a:r>
              <a:r>
                <a:rPr lang="fr-BE" sz="1000" dirty="0"/>
                <a:t> : /data/scripts/deployAnalyticParser.sh &lt;</a:t>
              </a:r>
              <a:r>
                <a:rPr lang="fr-BE" sz="1000" dirty="0" err="1"/>
                <a:t>zipFileToDeploy</a:t>
              </a:r>
              <a:r>
                <a:rPr lang="fr-BE" sz="1000" dirty="0"/>
                <a:t>&gt;</a:t>
              </a:r>
            </a:p>
          </p:txBody>
        </p:sp>
      </p:grpSp>
      <p:sp>
        <p:nvSpPr>
          <p:cNvPr id="49" name="ZoneTexte 48">
            <a:extLst>
              <a:ext uri="{FF2B5EF4-FFF2-40B4-BE49-F238E27FC236}">
                <a16:creationId xmlns:a16="http://schemas.microsoft.com/office/drawing/2014/main" id="{9F69078B-60B3-DDCF-BFBC-CA0611E6B707}"/>
              </a:ext>
            </a:extLst>
          </p:cNvPr>
          <p:cNvSpPr txBox="1"/>
          <p:nvPr/>
        </p:nvSpPr>
        <p:spPr>
          <a:xfrm>
            <a:off x="10515600" y="289777"/>
            <a:ext cx="8835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100" dirty="0"/>
              <a:t>13/05/2026</a:t>
            </a:r>
          </a:p>
        </p:txBody>
      </p:sp>
    </p:spTree>
    <p:extLst>
      <p:ext uri="{BB962C8B-B14F-4D97-AF65-F5344CB8AC3E}">
        <p14:creationId xmlns:p14="http://schemas.microsoft.com/office/powerpoint/2010/main" val="304980195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Grand écran</PresentationFormat>
  <Paragraphs>23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Frédéric FILEE</dc:creator>
  <cp:lastModifiedBy>Frédéric FILEE</cp:lastModifiedBy>
  <cp:revision>3</cp:revision>
  <dcterms:created xsi:type="dcterms:W3CDTF">2026-05-13T09:56:23Z</dcterms:created>
  <dcterms:modified xsi:type="dcterms:W3CDTF">2026-05-13T12:17:15Z</dcterms:modified>
</cp:coreProperties>
</file>